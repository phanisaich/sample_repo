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386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72" y="1"/>
            <a:ext cx="11943909" cy="6127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972" y="897587"/>
            <a:ext cx="11943909" cy="5062825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3" name="Straight Connector 32"/>
          <p:cNvCxnSpPr>
            <a:cxnSpLocks/>
          </p:cNvCxnSpPr>
          <p:nvPr/>
        </p:nvCxnSpPr>
        <p:spPr>
          <a:xfrm>
            <a:off x="112972" y="706445"/>
            <a:ext cx="1194390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853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AC84B-8D09-4EFF-B4D3-9B8DCF29A5E8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61C4-BA08-4E77-A1EC-44ADCDC62B6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538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AC84B-8D09-4EFF-B4D3-9B8DCF29A5E8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61C4-BA08-4E77-A1EC-44ADCDC62B6D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822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AC84B-8D09-4EFF-B4D3-9B8DCF29A5E8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61C4-BA08-4E77-A1EC-44ADCDC62B6D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390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AC84B-8D09-4EFF-B4D3-9B8DCF29A5E8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61C4-BA08-4E77-A1EC-44ADCDC62B6D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125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AC84B-8D09-4EFF-B4D3-9B8DCF29A5E8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61C4-BA08-4E77-A1EC-44ADCDC62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082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AC84B-8D09-4EFF-B4D3-9B8DCF29A5E8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61C4-BA08-4E77-A1EC-44ADCDC62B6D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927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1DAC84B-8D09-4EFF-B4D3-9B8DCF29A5E8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61C4-BA08-4E77-A1EC-44ADCDC62B6D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1984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AC84B-8D09-4EFF-B4D3-9B8DCF29A5E8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61C4-BA08-4E77-A1EC-44ADCDC62B6D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047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AC84B-8D09-4EFF-B4D3-9B8DCF29A5E8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61C4-BA08-4E77-A1EC-44ADCDC62B6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694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AC84B-8D09-4EFF-B4D3-9B8DCF29A5E8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01E61C4-BA08-4E77-A1EC-44ADCDC62B6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635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04C9E-F517-44F0-B7FE-93F9BACED5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5586C7-7784-400E-808D-70AC90523D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371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0DCA-C617-44EB-B074-E8D83667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FAED-C2A9-4E31-B1F0-7D3D47445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1098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65</TotalTime>
  <Words>2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Gill Sans MT</vt:lpstr>
      <vt:lpstr>Gallery</vt:lpstr>
      <vt:lpstr>Data Engineering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choragudi phani sai sriram</dc:creator>
  <cp:lastModifiedBy>Sai Sriram Choragudi Phani (CR/RAI3-IN)</cp:lastModifiedBy>
  <cp:revision>48</cp:revision>
  <dcterms:created xsi:type="dcterms:W3CDTF">2021-07-20T06:51:37Z</dcterms:created>
  <dcterms:modified xsi:type="dcterms:W3CDTF">2023-01-30T08:50:54Z</dcterms:modified>
</cp:coreProperties>
</file>